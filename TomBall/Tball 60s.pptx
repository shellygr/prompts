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bdfc06c1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bdfc06c1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bdfc06c1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bdfc06c1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be03deb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be03deb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FFFFFF"/>
                </a:solidFill>
              </a:rPr>
              <a:t>Interdisciplinary</a:t>
            </a:r>
            <a:r>
              <a:rPr b="1" lang="en" sz="1350">
                <a:solidFill>
                  <a:srgbClr val="FFFFFF"/>
                </a:solidFill>
              </a:rPr>
              <a:t> Genius in the 21st Century: The Case of Interdisciplinary Genius in the 21st Century: The Case of Tom Ball</a:t>
            </a:r>
            <a:endParaRPr b="1" sz="13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350"/>
              <a:t>Tom Ball Interdisciplinary Genius in the 21st Century: The Case of Tom Ball</a:t>
            </a:r>
            <a:endParaRPr b="1" sz="1350"/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FFFFFF"/>
                </a:solidFill>
              </a:rPr>
              <a:t>plinary Genius in the 21st Century: The Case of Tom Ball</a:t>
            </a:r>
            <a:endParaRPr b="1" sz="13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 sz="1350">
                <a:solidFill>
                  <a:srgbClr val="FFFFFF"/>
                </a:solidFill>
              </a:rPr>
              <a:t>Interdisciplinary Interdisciplinary Genius in the 21st Century: The Case of Tom Ball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Mooly Sagiv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Jersey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Cornell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Madison Grad School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